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lvl1pPr marL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00000"/>
            <a:ext cx="9144000" cy="2000000"/>
          </a:xfrm>
        </p:spPr>
        <p:txBody>
          <a:bodyPr anchor="b"/>
          <a:lstStyle>
            <a:lvl1pPr algn="ctr">
              <a:defRPr sz="4000"/>
            </a:lvl1pPr>
          </a:lstStyle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00000"/>
            <a:ext cx="9144000" cy="1600000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algn="l" defTabSz="914400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</p:bodyStyle>
    <p:otherStyle>
      <a:lvl1pPr marL="0" algn="l" defTabSz="91440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1F2A4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lai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ChemDraw structures</dc:title>
</cp:coreProperties>
</file>